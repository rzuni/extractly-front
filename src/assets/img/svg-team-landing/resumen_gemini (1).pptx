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nchorCtr="true"/>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z="2400"/>
              <a:t>Generado automáticamente por el sistema</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1270000" y="1270000"/>
            <a:ext cx="13716000" cy="6604000"/>
          </a:xfrm>
          <a:prstGeom prst="rect">
            <a:avLst/>
          </a:prstGeom>
        </p:spPr>
        <p:txBody>
          <a:bodyPr anchor="t" rtlCol="false"/>
          <a:lstStyle/>
          <a:p>
            <a:pPr algn="l">
              <a:defRPr/>
            </a:pPr>
            <a:r>
              <a:rPr lang="en-US"/>
              <a:t/>
            </a:r>
            <a:endParaRPr lang="en-US" sz="1100"/>
          </a:p>
          <a:p>
            <a:pPr algn="l">
              <a:spcAft>
                <a:spcPct val="10000"/>
              </a:spcAft>
            </a:pPr>
            <a:r>
              <a:rPr lang="en-US" sz="2400" b="false">
                <a:solidFill>
                  <a:srgbClr val="000000"/>
                </a:solidFill>
                <a:latin typeface="OpenSans"/>
              </a:rPr>
              <a:t>El texto describe un proceso básico de configuración de un dominio en un entorno de Windows Server, probablemente para fines de prueba o aprendizaje. Los pasos realizados son los siguientes:</a:t>
            </a:r>
          </a:p>
          <a:p>
            <a:pPr algn="l">
              <a:spcAft>
                <a:spcPct val="10000"/>
              </a:spcAft>
            </a:pPr>
            <a:r>
              <a:rPr lang="en-US" sz="2400" b="false">
                <a:solidFill>
                  <a:srgbClr val="000000"/>
                </a:solidFill>
                <a:latin typeface="OpenSans"/>
              </a:rPr>
              <a:t/>
            </a:r>
          </a:p>
          <a:p>
            <a:pPr algn="l">
              <a:spcAft>
                <a:spcPct val="10000"/>
              </a:spcAft>
            </a:pPr>
            <a:r>
              <a:rPr lang="en-US" sz="2400" b="false">
                <a:solidFill>
                  <a:srgbClr val="000000"/>
                </a:solidFill>
                <a:latin typeface="OpenSans"/>
              </a:rPr>
              <a:t>1.  **Se agrega la función de Controlador de Dominio:** Se instala y configura un servidor para actuar como controlador de dominio. Esto implica promocionar el servidor a controlador de dominio.</a:t>
            </a:r>
          </a:p>
          <a:p>
            <a:pPr algn="l">
              <a:spcAft>
                <a:spcPct val="10000"/>
              </a:spcAft>
            </a:pPr>
            <a:r>
              <a:rPr lang="en-US" sz="2400" b="false">
                <a:solidFill>
                  <a:srgbClr val="000000"/>
                </a:solidFill>
                <a:latin typeface="OpenSans"/>
              </a:rPr>
              <a:t>2.  **Configuración del Dominio:** El dominio creado se llama "sisoper.local". Se establece una contraseña ("Ps12.") para la cuenta de administrador del dominio (probablemente para restablecimiento y operaciones administrativas).</a:t>
            </a:r>
          </a:p>
          <a:p>
            <a:pPr algn="l">
              <a:spcAft>
                <a:spcPct val="10000"/>
              </a:spcAft>
            </a:pPr>
            <a:r>
              <a:rPr lang="en-US" sz="2400" b="false">
                <a:solidFill>
                  <a:srgbClr val="000000"/>
                </a:solidFill>
                <a:latin typeface="OpenSans"/>
              </a:rPr>
              <a:t>3.  **Creación de un Usuario:** Se crea una cuenta de usuario en el dominio. En el ejemplo, el usuario se crea para el mismo autor del texto. La contraseña inicial del usuario se establece en "Temporal2025".</a:t>
            </a:r>
          </a:p>
          <a:p>
            <a:pPr algn="l">
              <a:spcAft>
                <a:spcPct val="10000"/>
              </a:spcAft>
            </a:pPr>
            <a:r>
              <a:rPr lang="en-US" sz="2400" b="false">
                <a:solidFill>
                  <a:srgbClr val="000000"/>
                </a:solidFill>
                <a:latin typeface="OpenSans"/>
              </a:rPr>
              <a:t>4.  **Creación de un Grupo:** Se crea un grupo de usuarios en el dominio. La captura de pantalla mostrada se tomó en la máquina virtual donde se está configurando el dominio, no en el equipo físico del usuario.</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1270000" y="1270000"/>
            <a:ext cx="13716000" cy="6604000"/>
          </a:xfrm>
          <a:prstGeom prst="rect">
            <a:avLst/>
          </a:prstGeom>
        </p:spPr>
        <p:txBody>
          <a:bodyPr anchor="t" rtlCol="false"/>
          <a:lstStyle/>
          <a:p>
            <a:pPr algn="l">
              <a:defRPr/>
            </a:pPr>
            <a:r>
              <a:rPr lang="en-US"/>
              <a:t/>
            </a:r>
            <a:endParaRPr lang="en-US" sz="1100"/>
          </a:p>
          <a:p>
            <a:pPr algn="l">
              <a:spcAft>
                <a:spcPct val="10000"/>
              </a:spcAft>
            </a:pPr>
            <a:r>
              <a:rPr lang="en-US" sz="2400" b="false">
                <a:solidFill>
                  <a:srgbClr val="000000"/>
                </a:solidFill>
                <a:latin typeface="OpenSans"/>
              </a:rPr>
              <a:t>5.  **Agregar Usuario al Grupo:**  El usuario creado previamente se añade al grupo recién creado. Se incluye una captura de pantalla que confirma que el usuario es miembro del grupo.</a:t>
            </a:r>
          </a:p>
          <a:p>
            <a:pPr algn="l">
              <a:spcAft>
                <a:spcPct val="10000"/>
              </a:spcAft>
            </a:pPr>
            <a:r>
              <a:rPr lang="en-US" sz="2400" b="false">
                <a:solidFill>
                  <a:srgbClr val="000000"/>
                </a:solidFill>
                <a:latin typeface="OpenSans"/>
              </a:rPr>
              <a:t/>
            </a:r>
          </a:p>
          <a:p>
            <a:pPr algn="l">
              <a:spcAft>
                <a:spcPct val="10000"/>
              </a:spcAft>
            </a:pPr>
            <a:r>
              <a:rPr lang="en-US" sz="2400" b="false">
                <a:solidFill>
                  <a:srgbClr val="000000"/>
                </a:solidFill>
                <a:latin typeface="OpenSans"/>
              </a:rPr>
              <a:t>En resumen, el texto documenta la creación de una estructura básica de un dominio, incluyendo la configuración del controlador de dominio, la creación de un usuario y un grupo, y la pertenencia del usuario al grupo. El texto parece ser parte de un tutorial o registro personal de los pasos seguidos.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